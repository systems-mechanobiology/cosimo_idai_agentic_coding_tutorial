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955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Pilots: How We Got 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context for your VS Code session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95160" y="2286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</a:t>
            </a:r>
            <a:endParaRPr lang="en-US" sz="11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BIRMINGHAM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8046720" cy="13716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64008" cy="34747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COULDN'T WAIT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12408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757296" y="1931670"/>
            <a:ext cx="2677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to public AI sites on our network in 10 days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1" y="2748555"/>
            <a:ext cx="137160" cy="13716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1" y="2657115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still is the biggest risk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1" y="3077739"/>
            <a:ext cx="137160" cy="13716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1" y="2986299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gap for students without access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1" y="3406923"/>
            <a:ext cx="137160" cy="13716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1" y="3315483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licences risk data exposure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64008" cy="34747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46320" y="1874520"/>
            <a:ext cx="3840480" cy="402336"/>
          </a:xfrm>
          <a:prstGeom prst="rect">
            <a:avLst/>
          </a:prstGeom>
          <a:solidFill>
            <a:srgbClr val="162840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1874520"/>
            <a:ext cx="64008" cy="40233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18745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  </a:t>
            </a: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everyday tools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2350008"/>
            <a:ext cx="3840480" cy="402336"/>
          </a:xfrm>
          <a:prstGeom prst="rect">
            <a:avLst/>
          </a:prstGeom>
          <a:solidFill>
            <a:srgbClr val="162840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2350008"/>
            <a:ext cx="64008" cy="40233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74920" y="2350008"/>
            <a:ext cx="347472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 (Edinburgh)  </a:t>
            </a: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Multi-model, education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2825496"/>
            <a:ext cx="3840480" cy="402336"/>
          </a:xfrm>
          <a:prstGeom prst="rect">
            <a:avLst/>
          </a:prstGeom>
          <a:solidFill>
            <a:srgbClr val="162840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825496"/>
            <a:ext cx="64008" cy="40233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4920" y="2825496"/>
            <a:ext cx="347472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NebulaONE  </a:t>
            </a: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on UoB data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46320" y="3300984"/>
            <a:ext cx="3840480" cy="402336"/>
          </a:xfrm>
          <a:prstGeom prst="rect">
            <a:avLst/>
          </a:prstGeom>
          <a:solidFill>
            <a:srgbClr val="162840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3300984"/>
            <a:ext cx="64008" cy="40233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74920" y="3300984"/>
            <a:ext cx="347472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</a:t>
            </a: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AI development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3886200"/>
            <a:ext cx="9144000" cy="1257300"/>
          </a:xfrm>
          <a:prstGeom prst="rect">
            <a:avLst/>
          </a:prstGeom>
          <a:solidFill>
            <a:srgbClr val="0A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" y="3886200"/>
            <a:ext cx="8046720" cy="13716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5780" y="4175657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your </a:t>
            </a:r>
            <a:r>
              <a:rPr lang="en-US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in the </a:t>
            </a:r>
            <a:r>
              <a:rPr lang="en-US" sz="18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pilot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080760" y="41326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</a:t>
            </a:r>
            <a:endParaRPr lang="en-US" sz="1600" dirty="0"/>
          </a:p>
        </p:txBody>
      </p:sp>
      <p:pic>
        <p:nvPicPr>
          <p:cNvPr id="36" name="Image 0" descr="/sessions/epic-tender-clarke/qr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94335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</Words>
  <Application>Microsoft Macintosh PowerPoint</Application>
  <PresentationFormat>On-screen Show (16:9)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Pilots - How We Got Here</dc:title>
  <dc:subject>PptxGenJS Presentation</dc:subject>
  <dc:creator>Nicola Wilkin</dc:creator>
  <cp:lastModifiedBy>Nicola Wilkin (Physics and Astronomy)</cp:lastModifiedBy>
  <cp:revision>2</cp:revision>
  <dcterms:created xsi:type="dcterms:W3CDTF">2026-02-12T20:38:21Z</dcterms:created>
  <dcterms:modified xsi:type="dcterms:W3CDTF">2026-02-12T20:44:45Z</dcterms:modified>
</cp:coreProperties>
</file>